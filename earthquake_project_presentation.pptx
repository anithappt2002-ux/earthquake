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Earthquake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Earthquake Data Analysis</a:t>
            </a:r>
          </a:p>
          <a:p>
            <a:r>
              <a:t>Name: Anitha Karthik</a:t>
            </a:r>
          </a:p>
          <a:p>
            <a:r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Earthquakes are natural disasters caused by tectonic movements.</a:t>
            </a:r>
          </a:p>
          <a:p>
            <a:r>
              <a:t>Data analysis helps understand patterns and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earthquake trends</a:t>
            </a:r>
          </a:p>
          <a:p>
            <a:r>
              <a:t>• Identify high-risk regions</a:t>
            </a:r>
          </a:p>
          <a:p>
            <a:r>
              <a:t>• Study magnitude &amp; 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NOAA</a:t>
            </a:r>
          </a:p>
          <a:p>
            <a:r>
              <a:t>Includes date, location, magnitude, depth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</a:t>
            </a:r>
          </a:p>
          <a:p>
            <a:r>
              <a:t>Matplotlib, Seaborn</a:t>
            </a:r>
          </a:p>
          <a:p>
            <a:r>
              <a:t>MySQL,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missing values</a:t>
            </a:r>
          </a:p>
          <a:p>
            <a:r>
              <a:t>• Data cleaning</a:t>
            </a:r>
          </a:p>
          <a:p>
            <a:r>
              <a:t>• Format conversion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Year-wise trends</a:t>
            </a:r>
          </a:p>
          <a:p>
            <a:r>
              <a:t>• Region-wise distribution</a:t>
            </a:r>
          </a:p>
          <a:p>
            <a:r>
              <a:t>• Magnitude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 charts</a:t>
            </a:r>
          </a:p>
          <a:p>
            <a:r>
              <a:t>• Bar graphs</a:t>
            </a:r>
          </a:p>
          <a:p>
            <a:r>
              <a:t>• Scatter plots</a:t>
            </a:r>
          </a:p>
          <a:p>
            <a:r>
              <a:t>• Heatmaps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Earthquakes occur in specific regions</a:t>
            </a:r>
          </a:p>
          <a:p>
            <a:r>
              <a:t>• High magnitude is rare</a:t>
            </a:r>
          </a:p>
          <a:p>
            <a:r>
              <a:t>• Detection improved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helps in understanding earthquake patterns and disaster preparedness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predictions</a:t>
            </a:r>
          </a:p>
          <a:p>
            <a:r>
              <a:t>• Real-time dashboards</a:t>
            </a:r>
          </a:p>
          <a:p>
            <a:r>
              <a:t>• Alert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